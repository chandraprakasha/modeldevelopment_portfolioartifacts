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Machine Learning Algorithms – Overview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458600" y="3857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Supervised Learning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Algorithms: Decision Trees, Random Forests, Support Vector Machines (SVM), Linear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Regression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Tabular Data, Predictive Analytics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Predicting sales forecasts, loan approvals.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In my professional projects, I’ve often worked with supervised models that learn from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labeled datasets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For example, a Decision Tree, Random Forest uses past labeled data like product sales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or customer profiles to predict the future outcomes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These models split data into branches of decisions and I’ve used them to build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demand-forecasting pipelines where clear historical outcomes help the algorithm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refine its accuracy over time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Unsupervised Learning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Algorithms: K-Means Clustering, Principal Component Analysis (PCA)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Data Exploration and Pattern Discovery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Grouping customers by spending behavior, clustering fruits by color (as done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in my 1.4 assignment).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Unsupervised Learning helps when data lacks labels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In my fruit clustering assignment, I used K-Means to group images by average color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values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In real-world analytics, I use similar methods to group customers by spending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patterns, product interests, allowing the business to personalize offers without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manually labeled categories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Semi-Supervised Learning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Algorithms: Label Propagation, Self-Training Models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Healthcare and Fraud Detection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Using small labeled datasets with large unlabeled pools to detect the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anomalies.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In many industries, getting fully labeled data is difficult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Semi-Supervised methods bridge that gap by learning from a small portion of labeled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data and spreading that knowledge across the unlabeled samples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 saw this approach used in healthcare data to flag rare conditions where complete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labels weren’t available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Reinforcement Learning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Algorithms: Q-Learning, Deep Q Networks (DQN)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Robotics and Autonomous Systems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Teaching an agent to optimize the warehouse robot paths through rewards and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penalties.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Reinforcement Learning is based on reward feedback, an agent learns through trial and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error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When I first studied warehouse automation cases, it reminded me of game development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The robot earns a reward for reaching its goal efficiently and penalties for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collisions or wasted time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Over time, the system learns to choose the most rewarding actions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Ensemble Methods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Algorithms: Gradient Boosting, XGBoost, Bagging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Finance and Marketing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Combining weak learners to improve the fraud-detection accuracy.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Ensemble techniques combine multiple weak learners into a strong predictive model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In one of my internship projects, I used XGBoost to enhance credit risk models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It worked well because boosting focuses on mistakes from previous models and improves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overall accuracy step by step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Deep Learning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Algorithms: Convolutional Neural Networks (CNN), Recurrent Neural Networks (RNN)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Computer Vision and Speech Recognition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Detecting objects in retail shelves, analyzing customer sentiment from the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voice logs.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Deep Learning uses neural network layers to extract features automatically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I’ve worked with CNNs in image-based classification tasks where the model detects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shapes and textures without manual feature engineering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RNNs help analyze speech,time series by keeping track of past information through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recurrent connections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Natural Language Processing (NLP)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Algorithms,Models: Transformer models (GPT, BERT)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Language Modeling and Text Classification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Chatbots, email classification and support ticket summarization.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NLP models interpret the human language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Transformers introduced the attention mechanism that helps the model focus on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important words in context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I’ve used pre-trained BERT models to summarize customer feedback and extract themes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for process improvement initiatives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Generative AI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Algorithms: Generative Adversarial Networks (GAN), Diffusion Models ( Stable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Diffusion)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Creative Content Generation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Generating synthetic images, marketing mockups and art prototypes.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Generative AI fascinates me because it merges engineering with creativity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GANs use two networks, a generator and a discriminator, that compete to produce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realistic outputs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I’ve experimented with these concepts to generate product mockups and understand how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AI can assist design teams in rapid prototyping</a:t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Graph Learning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Algorithms: Graph Neural Networks (GNN)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Domain: Social Networks and Recommendation Systems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Example: Finding relationships among products or users through connected nodes.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GNNs analyze data that is structured as nodes and edges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rgbClr val="191919"/>
              </a:buClr>
              <a:buSzPts val="1800"/>
              <a:buChar char="–"/>
            </a:pPr>
            <a:r>
              <a:rPr lang="en-US" sz="1800">
                <a:solidFill>
                  <a:srgbClr val="191919"/>
                </a:solidFill>
              </a:rPr>
              <a:t>I find this approach powerful for the recommendation systems, where understanding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connections between customers and products helps personalize suggestions beyond</a:t>
            </a:r>
            <a:br>
              <a:rPr lang="en-US" sz="1800">
                <a:solidFill>
                  <a:srgbClr val="191919"/>
                </a:solidFill>
              </a:rPr>
            </a:br>
            <a:r>
              <a:rPr lang="en-US" sz="1800">
                <a:solidFill>
                  <a:srgbClr val="191919"/>
                </a:solidFill>
              </a:rPr>
              <a:t>simple filters</a:t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Learning Experience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During this course, I’ve learned how algorithms form the foundation of ML driving how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models interpret data, identify patterns and make predictions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For this portfolio artifact, I developed a visual framework showing key algorithm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categories, their learning styles and their real-world applications across domains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like tabular data, computer vision, NLP and generative AI.  This helped me connect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technical knowledge with how algorithms operate in practice, something I often apply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while building scalable systems at work</a:t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Reflection</a:t>
            </a:r>
            <a:endParaRPr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Building this visual framework helped me see how different machine learning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techniques connect and complement each other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It also made me realize how my own career path has progressed from working with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Decision Trees and SQL-based analytics at Infosys to exploring Generative AI tools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for creative problem solving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This exercise reminded me that machine learning is not just only for accuracy but</a:t>
            </a:r>
            <a:br>
              <a:rPr lang="en-US" sz="2000">
                <a:solidFill>
                  <a:srgbClr val="191919"/>
                </a:solidFill>
              </a:rPr>
            </a:br>
            <a:r>
              <a:rPr lang="en-US" sz="2000">
                <a:solidFill>
                  <a:srgbClr val="191919"/>
                </a:solidFill>
              </a:rPr>
              <a:t>also about selecting the right method that matches data, context, and purpose</a:t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0" y="1325880"/>
            <a:ext cx="9144000" cy="109728"/>
          </a:xfrm>
          <a:prstGeom prst="rect">
            <a:avLst/>
          </a:prstGeom>
          <a:solidFill>
            <a:srgbClr val="2048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890"/>
              </a:buClr>
              <a:buSzPts val="4400"/>
              <a:buFont typeface="Calibri"/>
              <a:buNone/>
            </a:pPr>
            <a:r>
              <a:rPr lang="en-US">
                <a:solidFill>
                  <a:srgbClr val="204890"/>
                </a:solidFill>
              </a:rPr>
              <a:t>Key Takeaways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Choose the learning paradigm that fits your data and objective.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Ensembles and deep learning can boost accuracy but considering interpretability and cost.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NLP and Generative AI unlock text and creative domains for real products.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Graphs reveal relationships that traditional tables miss.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91919"/>
              </a:buClr>
              <a:buSzPts val="2000"/>
              <a:buChar char="•"/>
            </a:pPr>
            <a:r>
              <a:rPr lang="en-US" sz="2000">
                <a:solidFill>
                  <a:srgbClr val="191919"/>
                </a:solidFill>
              </a:rPr>
              <a:t>Always align models with ethical use, data quality and measurable business value.</a:t>
            </a:r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274320" y="640080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